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</a:rPr>
              <a:t>Nintendo Case Study: International Marketing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University level · [Name] · [Date]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Company Snapshot &amp; Global Footprint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Founded: 1889 (Japan) → global entertainment leader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Core offerings: hardware (Switch), first‑party IP (Mario, Zelda), licensing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Regions: Japan, Americas, Europe, Asia‑Pacific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Business model: platform + software + licensing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International STP (Segmentation, Targeting, Positioning)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Segments: families, core gamers, casual players, kids/teens, nostalgia‑driven adults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Targets: multi‑generational households; localized gamer communities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Positioning: “fun for everyone,” accessible gameplay, iconic IP, family‑friendly brand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Localization &amp; Cultural Adaptation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Localized language, region ratings (CERO/ESRB/PEGI), market‑specific bundles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Regional content policies and marketing tone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Partnerships: retail + publishers by region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Balancing Japan‑centric IP with global franchises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Marketing Mix (4Ps) Across Markets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Product: hybrid console + evergreen franchises; region‑specific editions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Price: premium core + value bundles; regional price sensitivity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Place: strong retail presence + eShop digital distribution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Promotion: IP‑led campaigns, creators/influencers, events (Nintendo Direct)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International Campaigns &amp; Community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Nintendo Direct as global announcement cadence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Community building: events, demos, esports‑lite competitions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Nostalgia + onboarding new audiences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Cross‑media synergy (movies, merch, theme parks)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Challenges, Risks &amp; Lessons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Supply constraints impact global launches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Currency volatility and regional pricing debates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Competition from Sony/Microsoft + mobile gaming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Lesson: strong IP + localized execution = resilient global demand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2026-03-15T21:04:26Z</dcterms:created>
  <dcterms:modified xsi:type="dcterms:W3CDTF">2026-03-15T21:04:26Z</dcterms:modified>
</cp:coreProperties>
</file>